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4206240" cy="42062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5029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PRE-READ · MONDAY SESSION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 Under Deep Uncertainty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58368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Samsung case shows — and what we do with it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85800" y="3886200"/>
            <a:ext cx="29260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148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Harry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Jeff, Spencer, Pedram +2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minutes · ends in five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already master half the problem. The other half is the prize.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EAF0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win today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Resolvable uncertainty.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information closes the question. Our memos are excellent here.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 — but it’s where the rest of the market competes too.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prize is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537960" y="27889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uncertainty.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amount of analysis closes the question — the future could genuinely break several ways.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can’t forecast your way out. You build a strategy that holds across the ways it might break.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Samsung case is a worked proof we can do the right-hand side rigorously, on top of the memo we already produce.   </a:t>
            </a:r>
            <a:pPr algn="ctr"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inside, robust-across.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Innovera  ·  Pre-Read for Monday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WORKED CASE · SAMSUNG LEO VENTURE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analysis can’t resolve — so we plan for all four futures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took a real investment-grade memo and asked not “is the plan good?” but “under which futures does it win, and which break it?”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31720" y="17647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economics improve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739128" y="17647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economics stay high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</a:t>
            </a:r>
            <a:endParaRPr lang="en-US" sz="1250" dirty="0"/>
          </a:p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250" dirty="0"/>
          </a:p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950208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</a:t>
            </a:r>
            <a:endParaRPr lang="en-US" sz="1250" dirty="0"/>
          </a:p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250" dirty="0"/>
          </a:p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331720" y="2148840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2770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Plenty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3172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memo’s bet — wins big here, only here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EAF0F7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13448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13448" y="2770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Orbits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13448" y="3172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real, but orbit access stays expensive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1720" y="3950208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EAF0F7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06040" y="41513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06040" y="4572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Contested Commodity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06040" y="49743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launch, but the premium never appears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39128" y="3950208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EAF0F7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13448" y="41513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13448" y="4572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Citadel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3448" y="49743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breaks our way — the worst case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world is a specific, internally consistent future — not a mood.  </a:t>
            </a:r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plan-as-written is a bet that we land in W2.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Innovera  ·  Pre-Read for Monday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WORKED CASE ·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findings the memo couldn’t see on its 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EAF0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36776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0136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56362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regret of any strategy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874520" y="192938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plan-as-written wins in one world and loses badly in three. The memo’s own discarded “gateway-as-a-service” option is the most robust across all four.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FBF1F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16936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08152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284378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5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internal contradictions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874520" y="320954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factory capacity (500/yr) can’t sustain the replenishment the plan requires (700–875/yr). And Year 7–8 breakeven is incompatible with the memo’s own return range.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FBF1F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97096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36168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12394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5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Prices everything, counts nothing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874520" y="448970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site, vessel, user — all cited. The number of sites, vessels, users — absent. The revenue case rests on volumes never stated. The single biggest finding.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257800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EAF0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5477256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641848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540410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smart move isn’t “pick the robust plan”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1874520" y="576986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to spend ~$1.5–2.5M now to learn which world we’re in before committing billions. Two cheap tests → four outcomes → four prepared responses.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Innovera  ·  Pre-Read for Monday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PUNCHLINE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deliverable isn’t a memo. It’s a loop.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Frame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two uncertainties that genuinely can’t be resolved. Build the worlds. (The hard part.)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33088" y="2788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480560" y="19202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2402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Probe cheaply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800600" y="3383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 bounded budget to learn which world is forming — before any irreversible commitment.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065008" y="2788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8412480" y="19202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2402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3252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Re-instantiate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732520" y="3383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thing learned shrinks the unknown. Re-run on what’s left. The funnel narrows; it never fully closes.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C7293">
              <a:alpha val="88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868680" y="46177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commercially:  </a:t>
            </a:r>
            <a:pPr indent="0" marL="0">
              <a:buNone/>
            </a:pPr>
            <a:r>
              <a:rPr lang="en-US" sz="15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 is the entry ticket. The loop — monitoring between gates, re-framing at each — is a recurring engagement.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Innovera  ·  Pre-Read for Monday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wasn’t about Samsung. It was about the product.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EAF0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loop, not a document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Re-runs each time the client learns which way an uncertainty broke. That is recurring revenue, not a one-off.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80560" y="16916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EAF0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331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is the moat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46320" y="3840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axes is where the value — and the exposure — both live. We need it to be defensible.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412480" y="16916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EAF0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3317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 quality is a product lever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778240" y="3840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rigor is capped by the upstream memo. Its standards become a spec, not just editorial taste.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Innovera  ·  Pre-Read for Monday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I’M ASKING THE GROUP TO DECIDE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decisions for Monday — each a real trade-off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877824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18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581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loop the product, or a feature?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54480" y="1920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as a recurring engagement — and what does that do to pricing and delivery?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1673352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2432304"/>
            <a:ext cx="11064240" cy="877824"/>
          </a:xfrm>
          <a:prstGeom prst="roundRect">
            <a:avLst>
              <a:gd name="adj" fmla="val 6250"/>
            </a:avLst>
          </a:prstGeom>
          <a:solidFill>
            <a:srgbClr val="E6F0F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5877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554480" y="25511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make robustness defensible?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554480" y="28895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value-of-information measures (Price of Clairvoyance / Information) to justify the axes?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642616"/>
            <a:ext cx="457200" cy="457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3401568"/>
            <a:ext cx="11064240" cy="877824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5570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55448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human-judgment line — and who owns it?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1554480" y="38587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selection doesn’t automate. Senior-analyst function, client collaboration, or both?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611880"/>
            <a:ext cx="457200" cy="4572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8640" y="4370832"/>
            <a:ext cx="11064240" cy="877824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526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1554480" y="44897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memo quality become a product spec?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1554480" y="48280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Formalize “memos ship volume ramps, not just price points” as an upstream standard?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4581144"/>
            <a:ext cx="457200" cy="4572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48640" y="5340096"/>
            <a:ext cx="11064240" cy="877824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54955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4"/>
          <p:cNvSpPr/>
          <p:nvPr/>
        </p:nvSpPr>
        <p:spPr>
          <a:xfrm>
            <a:off x="777240" y="5495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1554480" y="5458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we show clients, and how do we frame it?</a:t>
            </a:r>
            <a:endParaRPr lang="en-US" sz="1550" dirty="0"/>
          </a:p>
        </p:txBody>
      </p:sp>
      <p:sp>
        <p:nvSpPr>
          <p:cNvPr id="32" name="Text 26"/>
          <p:cNvSpPr/>
          <p:nvPr/>
        </p:nvSpPr>
        <p:spPr>
          <a:xfrm>
            <a:off x="1554480" y="57972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demos only on pre-tested cases; hands-on output framed as a pretotype, not production?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5550408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Innovera  ·  Pre-Read for Monday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MONDAY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ready to drive to outcomes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24688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one-pager (or this deck — same content). ~10 minutes.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one decision you have the strongest view on — and come ready to argue it.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this question in mind: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80160" y="4434840"/>
            <a:ext cx="9601200" cy="1280160"/>
          </a:xfrm>
          <a:prstGeom prst="roundRect">
            <a:avLst>
              <a:gd name="adj" fmla="val 7143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452628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we sell robust strategy under deep uncertainty, what is the one thing a client could push on that we cannot yet defend?”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That’s decision 2. It’s the one I think matters most.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Pre-Read — Monday Session</dc:title>
  <dc:subject>PptxGenJS Presentation</dc:subject>
  <dc:creator>Harry / Innovera</dc:creator>
  <cp:lastModifiedBy>Harry / Innovera</cp:lastModifiedBy>
  <cp:revision>1</cp:revision>
  <dcterms:created xsi:type="dcterms:W3CDTF">2026-06-12T07:49:13Z</dcterms:created>
  <dcterms:modified xsi:type="dcterms:W3CDTF">2026-06-12T07:49:13Z</dcterms:modified>
</cp:coreProperties>
</file>